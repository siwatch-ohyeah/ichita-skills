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850" r:id="rId2"/>
    <p:sldId id="909" r:id="rId3"/>
    <p:sldId id="90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77FF"/>
    <a:srgbClr val="778E9B"/>
    <a:srgbClr val="263338"/>
    <a:srgbClr val="BED8EF"/>
    <a:srgbClr val="82AFFF"/>
    <a:srgbClr val="2979FF"/>
    <a:srgbClr val="CED8DB"/>
    <a:srgbClr val="161C21"/>
    <a:srgbClr val="789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0" d="100"/>
          <a:sy n="80" d="100"/>
        </p:scale>
        <p:origin x="6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B96D8-9222-4AA5-BBCE-E9C3B48199EB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9C002-33DC-4E96-9DB6-7F55FCF2342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850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2468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322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4531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0741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407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179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1059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9201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5709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911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791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F7C47-633D-4127-8A9E-376C7B9575B0}" type="datetimeFigureOut">
              <a:rPr lang="th-TH" smtClean="0"/>
              <a:t>16/02/69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E0F36-62CA-4D31-8A1A-240D6A33AAF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7936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Text&#10;&#10;Description automatically generated">
            <a:extLst>
              <a:ext uri="{FF2B5EF4-FFF2-40B4-BE49-F238E27FC236}">
                <a16:creationId xmlns:a16="http://schemas.microsoft.com/office/drawing/2014/main" id="{50DA4423-7D3B-3B92-5763-EAE8D738C80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CFEA6FC-0CAC-6C40-B8EB-AECBF136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6934"/>
            <a:ext cx="12192000" cy="200701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CFD6DC"/>
                </a:solidFill>
                <a:latin typeface="+mn-lt"/>
              </a:rPr>
              <a:t>Topic</a:t>
            </a:r>
            <a:endParaRPr lang="th-TH" b="1" dirty="0">
              <a:solidFill>
                <a:srgbClr val="CFD6D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670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D3144-3AE6-A3DB-07E8-CC2DF10AD1B1}"/>
              </a:ext>
            </a:extLst>
          </p:cNvPr>
          <p:cNvSpPr txBox="1"/>
          <p:nvPr/>
        </p:nvSpPr>
        <p:spPr>
          <a:xfrm>
            <a:off x="3554233" y="262393"/>
            <a:ext cx="8468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Slide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21FA8-AFEC-51EE-CD92-6274262A1229}"/>
              </a:ext>
            </a:extLst>
          </p:cNvPr>
          <p:cNvSpPr txBox="1"/>
          <p:nvPr/>
        </p:nvSpPr>
        <p:spPr>
          <a:xfrm>
            <a:off x="1019093" y="1297389"/>
            <a:ext cx="8181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Sub topic</a:t>
            </a:r>
          </a:p>
        </p:txBody>
      </p:sp>
    </p:spTree>
    <p:extLst>
      <p:ext uri="{BB962C8B-B14F-4D97-AF65-F5344CB8AC3E}">
        <p14:creationId xmlns:p14="http://schemas.microsoft.com/office/powerpoint/2010/main" val="36952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Text&#10;&#10;Description automatically generated">
            <a:extLst>
              <a:ext uri="{FF2B5EF4-FFF2-40B4-BE49-F238E27FC236}">
                <a16:creationId xmlns:a16="http://schemas.microsoft.com/office/drawing/2014/main" id="{50DA4423-7D3B-3B92-5763-EAE8D738C80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CFEA6FC-0CAC-6C40-B8EB-AECBF136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6934"/>
            <a:ext cx="12192000" cy="200701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CFD6DC"/>
                </a:solidFill>
                <a:latin typeface="+mn-lt"/>
              </a:rPr>
              <a:t>Thank you</a:t>
            </a:r>
            <a:endParaRPr lang="th-TH" b="1" dirty="0">
              <a:solidFill>
                <a:srgbClr val="CFD6D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6265634"/>
      </p:ext>
    </p:extLst>
  </p:cSld>
  <p:clrMapOvr>
    <a:masterClrMapping/>
  </p:clrMapOvr>
</p:sld>
</file>

<file path=ppt/theme/theme1.xml><?xml version="1.0" encoding="utf-8"?>
<a:theme xmlns:a="http://schemas.openxmlformats.org/drawingml/2006/main" name="New Ichita Theme 2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Aeonik"/>
        <a:ea typeface=""/>
        <a:cs typeface="TH Sarabun New"/>
      </a:majorFont>
      <a:minorFont>
        <a:latin typeface="Aeonik"/>
        <a:ea typeface=""/>
        <a:cs typeface="TH Sarabun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Ichita Theme 2" id="{62D2D754-E593-4C5A-8F58-EBCE35B2174E}" vid="{8B0BC17D-61EF-4E6A-8A93-09AD25FBAC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Ichita Theme 2</Template>
  <TotalTime>5339</TotalTime>
  <Words>7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Aeonik</vt:lpstr>
      <vt:lpstr>Arial</vt:lpstr>
      <vt:lpstr>Calibri</vt:lpstr>
      <vt:lpstr>New Ichita Theme 2</vt:lpstr>
      <vt:lpstr>Topic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Chromatography Separation</dc:title>
  <dc:creator>Siwatch Chomchai</dc:creator>
  <cp:lastModifiedBy>Siwatch Chomchai</cp:lastModifiedBy>
  <cp:revision>11</cp:revision>
  <dcterms:created xsi:type="dcterms:W3CDTF">2023-06-08T07:58:30Z</dcterms:created>
  <dcterms:modified xsi:type="dcterms:W3CDTF">2026-02-16T09:22:54Z</dcterms:modified>
</cp:coreProperties>
</file>